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2809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28090"/>
                </a:solidFill>
                <a:latin typeface="Arial"/>
              </a:rPr>
              <a:t>Conservative Revenue Projection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19990</c:v>
                </c:pt>
                <c:pt idx="1">
                  <c:v>74963</c:v>
                </c:pt>
                <c:pt idx="2">
                  <c:v>149925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'I want to share something I have been building. It is called GatewayGuard — a Windows 11 security tool for everyday people. I am not here to sell you on it. I just want you to know what I am doing, why I think it is a real business opportunity, and where it is headed.' Let them read the tagline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are sourced from Cybersecurity Ventures, Microsoft, and the FBI IC3. The core problem: cybercrime is massive, most victims are home users, and the average loss is nearly $20,000. Windows 11 has the security features built in — but some are not on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user control. Every other tool applies changes automatically or requires technical knowledge. GatewayGuard teaches while it works. And it runs completely offline — zero data collected, 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independent research from Microsoft Copilot, June 2026. The key finding: three separate tool categories exist, and none of them serve the guided home-user hardening need. GatewayGuard sits in the uncontested middle.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billion Windows 11 users worldwide. A $47.75 billion consumer security market. And zero tools that do what GatewayGuard does for home users. NoID charges $43 per device with no explanations. GatewayGuard at $19.99 serves the home user who just wants to be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straightforward. Single PC $19.99 one-time. Multi-PC packs for families. Annual update subscriptions for recurring revenue. Assisted sessions — a real person helping you over screen share — for users who want human support. No competitor offers that last one at any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an idea on paper. 22 build iterations tested on real consumer hardware. Security guide version 9 is largely written. The LLC is filed. The domain is secured. Three machines on the test fleet as of today: HP SANDY, Lenovo IdeaPad, and Dell Latitude 5430 (Win 11 Pro, arrived today).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statement is factual and defensible. No named competitors. The tagline refers to Microsoft Defender — built into every Windows 11 PC for free. The 2FA hook is powerful: blocks 99.9% of automated attacks, takes 5 minutes, costs nothing. GDPR angle: zero data by design, not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works backward from September 1 — one month before Windows 11 26H2 ships in October. Being ready September 1 means we can market 'Updated for Windows 11 26H2' the moment Microsoft announces it. That is a marketing moment money cannot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projections. Year 1 assumes 1,000 users with zero advertising spend — just beta program and word of mouth. Year 3 at $150,000 assumes 5,000 users — a tiny fraction of 1 billion Windows 11 users. Annual update subscription is where recurring revenue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phases. Phase 1 is testing — what we are doing right now. Phase 2 is beta — real users testing the console tool. Phase 3 is website. Phase 4 is launch ready. A full week-by-week CPM is available separately. Critical path is 10 working days — projecting build completion around July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'That is GatewayGuard. The gap is real. The market is enormous. The timing is right. And the product works. I have been building this methodically — 22 versions tested on real hardware with real users. The business foundation is going in now. Happy to answer any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paying for something you already own.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set it up and secure it correctly.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LLC  ·  gatewayguard.co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Cybercrime cost globally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(Cybersecurity Ventures)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$19,372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4612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victim loss per incident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(FBI IC3 Annual Report 2024)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incidents caused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(IBM 2024)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password attacks per second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 of breaches use stolen passwords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blocks 99.9% of automated account attacks — takes 5 minutes, costs nothing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has strong built-in defenses — but many home users never configure them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Cybersecurity Ventures · Microsoft Digital Defense Report · FBI IC3 2024 · IBM Cost of Data Breach 2024 · Verizon DBIR 2024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20+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every critical Windows 11 security setting — and explains what it found.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0896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0896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0896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1868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jargon. Every setting described in terms a home user understands.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76072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6072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7044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 without your permission. You stay in full control.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— every automated change can be undone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completely offline — zero data collected, ever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Accompanied by a full written guide at gatewayguard.co/guide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Windows 11 Home AND Pro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 — Independent 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987552"/>
            <a:ext cx="8010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No current tool offers guided, educational, risk-explaining hardening for non-technical home users. This gap is real and uncontested.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EDR Tools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Endpoint · CrowdStrike · Cortex XDR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Require IT dept. Cannot be used by home users.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5584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Tools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5584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CIS-CAT · MS Security Baseline · OpenSCAP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5584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335584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Too technical. Produce audit reports, not guidance.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4476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Debloat Tools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4476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O&amp;O ShutUp10++ · Win11Debloat · Winaero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4476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614476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Focus on tweaks, not security. No AV/BitLocker/firewall.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B7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6928" y="3776472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 fills the gap: guided, educational, reversible hardening — designed for home users who want to be safe without needing an IT department.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Independent market validation research, Microsoft Copilot, June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users worldwide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(Microsoft, January 2026)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$47.75B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4612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security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(Mordor Intelligence 2026)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offering guided home-user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— the gap we fill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Competitor — NoID Privacy Pro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92608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NoID Privacy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GatewayGuard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 per device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$19.99 per device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 applied automatically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approves each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Explanations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documentation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English for every setting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users — no skills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public support 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Assisted sessions available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purchase.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use on one PC.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full guide access.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9748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269748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269748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69748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3-Pack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8892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purchase.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3 household PCs.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savings built in.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3776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9" name="Shape 16"/>
          <p:cNvSpPr/>
          <p:nvPr/>
        </p:nvSpPr>
        <p:spPr>
          <a:xfrm>
            <a:off x="493776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$12.99/yr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93776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Updates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GatewayGuard 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Windows 11 evolves.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stream.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7804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7804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25" name="Shape 22"/>
          <p:cNvSpPr/>
          <p:nvPr/>
        </p:nvSpPr>
        <p:spPr>
          <a:xfrm>
            <a:off x="717804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717804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17804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Session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26948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person, screen share.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guidance.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offers this.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LLC (Maine) filed · gatewayguard.co secured · EIN application pending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977640"/>
        </p:xfrm>
        <a:graphic>
          <a:graphicData uri="http://schemas.openxmlformats.org/drawingml/2006/table">
            <a:tbl>
              <a:tblPr/>
              <a:tblGrid>
                <a:gridCol w="365760"/>
                <a:gridCol w="7863840"/>
              </a:tblGrid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PowerShell tool — 22 build iterations (ascii22), tested on real hardware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3-machine test fleet — HP SANDY (Win 11 Home), Lenovo IdeaPad (Win 11 Home), Dell Latitude 5430 (Win 11 Pro)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guide v9 — the content for the website, largely written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GatewayGuard LLC (Maine) — filed via Form MLLC-6, Noncommercial Registered Agent confirmed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secured — gatewayguard.co registered and active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audit identifies suspicious software AND unused apps (6+ months inactive)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 application — in progress (IRS online, ~5 minutes)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bank account — pending EIN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code-signing certificate — Sectigo/DigiCert (~$200-400/yr), launch prerequisite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Phase 1 — gatewayguard.co (guide hub, download page, home)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'Stop paying for something you already own.' — Defender is built in. Many people don't know it's there or configured correctly.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2FA Hook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blocks 99.9% of automated account attacks. Takes 5 minutes. Costs nothing. No other Windows tool teaches users this.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Promise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collected — not by policy, but by design. Nothing to collect means nothing to breach. A genuine advantage in GDPR markets.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28346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Advantage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 is a tool. We offer a person. Assisted sessions are a category GatewayGuard creates — no one else has it.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marketing claims are sourced and verifiable. Links published at gatewayguard.co/sources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Jul 14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ascii22 on all 3 machines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11 Home + Pro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Pro-specific fixes → ascii23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8892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015F6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8892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14 — Aug 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8036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278892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8036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users, real hardware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share sessions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list grows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2064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1B7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2064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 — Aug 22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1208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1208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Phase 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+ download + home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Code-signing certificate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5236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C27A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5236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5236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22 — Sep 1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4380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45236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54380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QA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materials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 target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September 1, 2026 — one month ahead of Windows 11 26H2 launch (October 2026)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9601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71500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71600"/>
          <a:ext cx="3200400" cy="146304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 users+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$74,963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 users+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$149,925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715000" y="292608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Zero advertising spend in Year 1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Beta program + word of mouth only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Annual update = natural recurring hook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5,000 users = 0.0005% of 1 billion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charges $43 — we charge $19.99 with more value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to Launch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42416"/>
            <a:ext cx="256032" cy="256032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6" name="Shape 3"/>
          <p:cNvSpPr/>
          <p:nvPr/>
        </p:nvSpPr>
        <p:spPr>
          <a:xfrm>
            <a:off x="580644" y="1298448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0058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91640" y="1005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Latitude 5430 arrives — 3-machine Pro test fleet complete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51790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" y="1773936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4813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91640" y="14813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ascii23 built and tested on all 3 machines (Home + Pro)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580644" y="2249424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9568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91640" y="19568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Phase 1 QA complete — guide, home, download pages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46888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5"/>
          <p:cNvSpPr/>
          <p:nvPr/>
        </p:nvSpPr>
        <p:spPr>
          <a:xfrm>
            <a:off x="580644" y="2724912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24323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691640" y="24323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obtained · Business bank account opened · Domain → LLC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94436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19"/>
          <p:cNvSpPr/>
          <p:nvPr/>
        </p:nvSpPr>
        <p:spPr>
          <a:xfrm>
            <a:off x="580644" y="3200400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29077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691640" y="29077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tester recruitment opens at gatewayguard.co/beta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3"/>
          <p:cNvSpPr/>
          <p:nvPr/>
        </p:nvSpPr>
        <p:spPr>
          <a:xfrm>
            <a:off x="580644" y="3675888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" y="3383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691640" y="33832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Code-signing certificate obtained and applied to build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9534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Shape 27"/>
          <p:cNvSpPr/>
          <p:nvPr/>
        </p:nvSpPr>
        <p:spPr>
          <a:xfrm>
            <a:off x="580644" y="4151376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38587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691640" y="38587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integration QA — tool + website + marketing materials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43708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3342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691640" y="43342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— 26H2-ready, fully signed, website live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real.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enormous.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timing is right.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works.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 ·  GatewayGuard LLC  ·  william.wfbiii@gmail.com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GatewayGuard Family Presentation</dc:title>
  <dc:subject>PptxGenJS Presentation</dc:subject>
  <dc:creator>William F. Burns III</dc:creator>
  <cp:lastModifiedBy>William F. Burns III</cp:lastModifiedBy>
  <cp:revision>1</cp:revision>
  <dcterms:created xsi:type="dcterms:W3CDTF">2026-07-01T23:37:57Z</dcterms:created>
  <dcterms:modified xsi:type="dcterms:W3CDTF">2026-07-01T23:37:57Z</dcterms:modified>
</cp:coreProperties>
</file>