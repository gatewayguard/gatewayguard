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(1,000 users)</c:v>
                  </c:pt>
                  <c:pt idx="1">
                    <c:v>Year 2
(2,500 users)</c:v>
                  </c:pt>
                  <c:pt idx="2">
                    <c:v>Year 3
(5,000 users)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19990</c:v>
                </c:pt>
                <c:pt idx="1">
                  <c:v>62475</c:v>
                </c:pt>
                <c:pt idx="2">
                  <c:v>149900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>
        <a:alpha val="1000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 want to share something I've been building. This is not a sales pitch -- I just want you to know what I'm working on and why I think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are real and sourced. Cybercrime is expensive and growing. The good news: most of it is preventable with the right settings turned on. Sources are linked at gatewayguard.co/sources.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'States in plain language' means no jargon, no technical terms. Every screen tells the user exactly what it found, what it wants to change, and why -- in words anyone can understand.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statistics are sourced and linked at gatewayguard.co/sources. Three independent sources confirmed the market gap: Microsoft Copilot research, Privacy Guides community, and Windows Forum.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PC price at $19.99 is less than half what the closest competitor charges ($43). Annual updates create recurring revenue. The assisted session -- a real person helping you -- is something no competitor offers at any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an idea on paper -- it's a working product in active testing on real consumer hardware. The hard technical work is largely done. The guide content is largely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statement here is factual and defensible. We present facts and let users draw their own conclusions -- no negative statements about any company. GDPR is the European privacy law that applies to all companies handling EU citizen data. GatewayGuard is compliant by design -- we collect nothing, so there is nothing to protect or report under GDPR. This is a genuine competitive advantage in European markets where privacy laws are strictly enforced.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 console testing in July means real users running the tool on their own PCs and reporting back. GUI testing follows in August. The September target gives us a full month before the Windows 11 26H2 update -- so we can market 'Updated for the latest Windows before it launches.' Full week-by-week detail is in the CPM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conservative projections with zero advertising spend. The beta program creates organic word of mouth. Annual update subscriptions turn one-time buyers into recurring revenue. Year 3 at $149,900 assumes only 5,000 users -- a tiny fraction of 1 billion Windows 11 users worldwide.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high-level critical path. A detailed week-by-week CPM is available. The key date is 1 September 2026 -- one month before Windows 11 26H2 ships. Being ready before the update means we can market 'Updated for Windows 11 26H2' the moment Microsoft announces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I'm building this carefully and methodically. Happy to answer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2743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GatewayGuard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Security for Everyday People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286000" y="3154680"/>
            <a:ext cx="45720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family briefing  |  June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"Stop paying for something you already own.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We'll set it up and secure it correctly."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344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$10.5T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65760" y="2651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cybercrime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in 2025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" y="3520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(Cybersecurity Ventures, 2025)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00584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344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Billion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200400" y="2651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users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may be at risk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200400" y="3520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(Microsoft, Jan 2026)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100584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23444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$19,372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6035040" y="2651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loss per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cybercrime victim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035040" y="3520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(FBI IC3 Report, 2024)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has powerful security features built in. Some are turned off by default.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safely scanning your computer, GatewayGuard helps you turn on the ones you need.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 is a Windows 11 security tool designed for everyday home users.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4813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20+ security settings on your PC -- and growing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20116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in plain language what was found and why it matters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69464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25420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your permission before changing anything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99816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3000" y="307238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is reversible -- nothing is permanent</a:t>
            </a:r>
            <a:endParaRPr lang="en-US" sz="16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30168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3000" y="360273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Windows 11 Home and Pro -- no IT department needed</a:t>
            </a:r>
            <a:endParaRPr lang="en-US" sz="16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60520"/>
            <a:ext cx="292608" cy="29260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43000" y="413308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data collected -- runs completely offline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Billion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57400" y="1554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users worldwide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57400" y="18105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(Microsoft, Jan 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$47.75B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57400" y="22128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security market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24688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(Mordor Intelligence, 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7121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$43/device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57400" y="2871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 competitor charges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31272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(NoID Privacy Pro pricing)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5295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$19.99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400" y="35295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 -- half the price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86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57400" y="39867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that do what we 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400" y="42428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 independent research sources)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Nobody Owns This Space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16002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tools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IT departments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2219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tools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22494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auditors, not users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8437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Privacy/debloat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28712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security depth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4655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NoID Privacy Pro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3493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630 auto-changes, no guidance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0873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4114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nobody has filled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$19.99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3-PC Pack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$34.99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5-PC Pack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$49.99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350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83080" y="30175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8308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Updates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83080" y="3520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$TBD/yr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30175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Assisted Session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7720" y="3520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$39–49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1772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support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Maine LLC forming now  |  gatewayguard.co domain secured  |  Tool built and in testing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Already Built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93268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PowerShell tool -- 3,500+ lines, tested on real hardware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28216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232" y="1700784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build iterations -- systematic testing and improvement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496312"/>
            <a:ext cx="256032" cy="2560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232" y="246888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security settings checked, explained, and applied with user approval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64408"/>
            <a:ext cx="256032" cy="2560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13232" y="323697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audit -- identifies suspicious software and apps unused 6+ months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032504"/>
            <a:ext cx="256032" cy="2560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3232" y="400507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detection -- adapts to each PC's specific configuration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960120"/>
            <a:ext cx="256032" cy="25603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148072" y="93268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Defender &amp; Malwarebytes detection and coexistence handling</a:t>
            </a:r>
            <a:endParaRPr lang="en-US" sz="14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1728216"/>
            <a:ext cx="256032" cy="25603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148072" y="1700784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security guide (v9) -- website content largely written</a:t>
            </a:r>
            <a:endParaRPr lang="en-US" sz="14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496312"/>
            <a:ext cx="256032" cy="25603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148072" y="246888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 -- gap confirmed by 3 independent sources</a:t>
            </a:r>
            <a:endParaRPr lang="en-US" sz="14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264408"/>
            <a:ext cx="256032" cy="256032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148072" y="323697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strategy -- competitive analysis vs NoID ($43) and AV subscriptions</a:t>
            </a:r>
            <a:endParaRPr lang="en-US" sz="140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032504"/>
            <a:ext cx="256032" cy="256032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5148072" y="400507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gatewayguard.co domain secured -- working on securing .com</a:t>
            </a:r>
            <a:endParaRPr lang="en-US" sz="1400" dirty="0"/>
          </a:p>
        </p:txBody>
      </p:sp>
      <p:sp>
        <p:nvSpPr>
          <p:cNvPr id="23" name="Text 11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Marketing Story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61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Tagline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"Stop paying for something you already own.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set it up and secure it correctly."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0515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61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2FA Hook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"2FA blocks 99.9% of account attacks.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5 minutes. Costs nothing.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victim loss: $19,372."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990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Trust Story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"Zero data collected. Zero accounts required.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with GDPR and global privacy laws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 by design, not by policy."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8803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990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Story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3375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don't change hundreds of things.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you change the ones that matter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 and we explain every single one."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43584"/>
            <a:ext cx="0" cy="246888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058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00584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ascii22 on IdeaPad and HP test machine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17904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00784"/>
            <a:ext cx="0" cy="246888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630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Wk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46304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console testing begins -- real users, real hardware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57984"/>
            <a:ext cx="0" cy="246888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9202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July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92024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Latitude arrives -- first Windows 11 Pro tests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432304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615184"/>
            <a:ext cx="0" cy="246888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3774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July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237744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Maine LLC formed -- GatewayGuard LLC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88950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072384"/>
            <a:ext cx="0" cy="246888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8346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Wk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283464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testing begins alongside console tool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4670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529584"/>
            <a:ext cx="0" cy="246888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2918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29184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Phase 1 live -- guide + download + home page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803904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986784"/>
            <a:ext cx="0" cy="246888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7490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Sep 2026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374904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26H2-ready release -- one month before Microsoft update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261104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4443984"/>
            <a:ext cx="0" cy="246888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2062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420624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26H2 launches -- GatewayGuard already updated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718304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46634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2026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11680" y="466344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launch -- $19.99 single PC  |  See CPM slide for detail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005840"/>
            <a:ext cx="3108960" cy="3474720"/>
          </a:xfrm>
          <a:prstGeom prst="roundRect">
            <a:avLst>
              <a:gd name="adj" fmla="val 2941"/>
            </a:avLst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76072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6072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$19.99 avg license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60720" y="20299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30% annual update conversion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25054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Updates at $9.99/year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0" y="29809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advertising spend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34564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Beta program drives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growth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Conservative estimates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(NoID) charges $43/device with no human support.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 at $19.99 with assisted sessions is the stronger offer.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 to Launch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26H2-Ready Release by 1 September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059669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463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-- Jul Wk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7373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ascii22 IdeaPad tests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SANDY MB trial resolved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Dell Latitude setup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Windows 11 Pro tests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37160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0891B2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463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Program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Wk 4 -- Aug Wk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2423160"/>
            <a:ext cx="17373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Console beta testing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 users, real hardware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Bug fixes from feedback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LLC formation complete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37160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1E2761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1463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+ Website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Wk 2 -- Aug Wk 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423160"/>
            <a:ext cx="17373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GUI testing begins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Website Phase 1 live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26H2 Insider testing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Final bug fixes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137160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1463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Ready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Sep 2026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03720" y="2423160"/>
            <a:ext cx="17373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26H2-ready release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Marketing materials ready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Beta feedback resolved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Paid launch prepared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67712" y="310896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16552" y="310896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65392" y="310896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week-by-week CPM available on request  |  Paid launch target: Late 2026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8288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GatewayGuard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2286000" y="2331720"/>
            <a:ext cx="4572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468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real. The market is enormous.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timing is right. The product works.</a:t>
            </a:r>
            <a:endParaRPr lang="en-US" sz="2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3375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3310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test machines -- IdeaPad, HP, Dell (arriving)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3375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0" y="3310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builds -- systematic, tested, improving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959352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63040" y="3931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gatewayguard.co secured -- website building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959352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86400" y="3931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26H2-ready target: 1 September 2026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gatewayguard.co  |  william.wfbiii@gmail.com  |  Brunswick, Maine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GatewayGuard -- Family Overview</dc:title>
  <dc:subject>PptxGenJS Presentation</dc:subject>
  <dc:creator>PptxGenJS</dc:creator>
  <cp:lastModifiedBy>PptxGenJS</cp:lastModifiedBy>
  <cp:revision>1</cp:revision>
  <dcterms:created xsi:type="dcterms:W3CDTF">2026-06-28T13:57:07Z</dcterms:created>
  <dcterms:modified xsi:type="dcterms:W3CDTF">2026-06-28T13:57:07Z</dcterms:modified>
</cp:coreProperties>
</file>